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4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66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92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IBADAN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Learning Centre | Department of Computer Science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 for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House Rent Prices in Ibadan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for Real Estate Valuation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3108960"/>
            <a:ext cx="4572000" cy="13716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3200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Rotimi Israel Taye  (E047849)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O. A. Abiola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776" y="1399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64008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" y="2404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64008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" y="3410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77640"/>
            <a:ext cx="64008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4023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" y="4416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Design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60120"/>
            <a:ext cx="64008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28616" y="1399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Analysis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965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965960"/>
            <a:ext cx="64008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28616" y="2404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Interface Screenshots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64608" y="300634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971800"/>
            <a:ext cx="64008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928616" y="3410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Shape 2"/>
          <p:cNvSpPr/>
          <p:nvPr/>
        </p:nvSpPr>
        <p:spPr>
          <a:xfrm>
            <a:off x="4800600" y="3987461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832604" y="3977640"/>
            <a:ext cx="64008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8" name="TextBox 37"/>
          <p:cNvSpPr txBox="1"/>
          <p:nvPr/>
        </p:nvSpPr>
        <p:spPr>
          <a:xfrm>
            <a:off x="4928616" y="4046220"/>
            <a:ext cx="52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928616" y="4415552"/>
            <a:ext cx="3128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</a:t>
            </a: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228600" cy="2286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81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house rent pricing by agents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28600" cy="2286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311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data-driven valuation tools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35808"/>
            <a:ext cx="228600" cy="2286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809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methods are subjective &amp; time-consuming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785616"/>
            <a:ext cx="228600" cy="2286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307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intelligent rent prediction systems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005840"/>
            <a:ext cx="3840480" cy="39319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Study?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Ibadan's growing population increases housing demand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Most existing ML studies focus on developed countries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0" y="3154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Limited studies address rent prediction in Ibadan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Need for a transparent, interpretable model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4319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0D1B2A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078992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accurate, data-driven Linear Regression model for predicting rental housing prices in Ibadan, Nigeria, using comprehensive preprocessing and rigorous k-fold cross-validation.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78608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70048"/>
            <a:ext cx="384048" cy="38404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633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preprocess housing data (cleaning, encoding, feature scaling)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447288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38728"/>
            <a:ext cx="384048" cy="38404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502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Linear Regression ML model using relevant housing features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315968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407408"/>
            <a:ext cx="384048" cy="38404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3708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 using MAE, MSE, RMSE, R², and K-Fold Cross-Validation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54864" cy="11430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124712"/>
            <a:ext cx="457200" cy="45720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data + secondary sources (Kaggle, social media)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41605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50008"/>
            <a:ext cx="54864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42316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423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28072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missing values, encoding, StandardScaler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48456"/>
            <a:ext cx="41605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48456"/>
            <a:ext cx="548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3721608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721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41056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y = β₀ + β₁x₁ + ... + βₙxₙ + 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1051560"/>
            <a:ext cx="41605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051560"/>
            <a:ext cx="54864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192" y="112471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3212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 split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350008"/>
            <a:ext cx="41605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350008"/>
            <a:ext cx="54864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65192" y="2423160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2423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Validation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532120" y="28072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for robustness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3648456"/>
            <a:ext cx="41605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648456"/>
            <a:ext cx="54864" cy="1143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65192" y="3721608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32120" y="3721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532120" y="41056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 for user interaction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 &amp; Analysis – Dataset &amp; Cleaning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2423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2057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8986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4.1 – Dataset Used in Training the Model (10,000 records × 11 features)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3246120"/>
            <a:ext cx="4206240" cy="173736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291840"/>
            <a:ext cx="4114800" cy="1371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" y="4681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4.2 – Loading the Dataset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9160" y="3246120"/>
            <a:ext cx="4206240" cy="173736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54880" y="3291840"/>
            <a:ext cx="4114800" cy="1371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4681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4.2 – Checking for Duplicates &amp; Missing Values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 &amp; Analysis – Encoding, Scaling &amp; Training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32013"/>
            <a:ext cx="859536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3042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4.3 – Label Encoding (One-Hot Encoding, 25 encoded features)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2651760"/>
            <a:ext cx="420624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2697480"/>
            <a:ext cx="4114800" cy="868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4.4 – Feature Scaling (StandardScaler)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9160" y="2651760"/>
            <a:ext cx="420624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54880" y="2697480"/>
            <a:ext cx="4114800" cy="8686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4.5 – Model Training (Linear Regression, 8000 train / 2000 test)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28600" y="3886200"/>
            <a:ext cx="868680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4320" y="3931920"/>
            <a:ext cx="8595360" cy="7315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28600" y="46817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4.6 – K-Fold Cross-Validation Scores: [0.9280, 0.9106, 0.9247, 0.9222, 0.9289] — Avg: 0.9229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Interface – Home &amp; Manual Prediction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4206240" cy="361188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4114800" cy="3246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4087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 – Home Interface (Browse Properties)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777240"/>
            <a:ext cx="4206240" cy="233172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822960"/>
            <a:ext cx="4114800" cy="1965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807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4.7 – Manual Prediction Interface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9160" y="3090672"/>
            <a:ext cx="4206240" cy="1783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54880" y="3136392"/>
            <a:ext cx="4114800" cy="1417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4572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4.8 – Prediction Output (Est. Annual Rent: ₦599,382)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Interface – Property Gallery, Comparison &amp; History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4206240" cy="2423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4114800" cy="2057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898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4.9 – Property Gallery Interface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777240"/>
            <a:ext cx="4206240" cy="2423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822960"/>
            <a:ext cx="4114800" cy="2057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898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4.10 – House Comparison Interface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28600" y="3200400"/>
            <a:ext cx="420624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320" y="3246120"/>
            <a:ext cx="4114800" cy="1463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860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4.11 – Prediction History Interface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709160" y="3200400"/>
            <a:ext cx="420624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0" y="3246120"/>
            <a:ext cx="4114800" cy="1463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0916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4.12 – Dark Mode Interface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Interface – Market Analytics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434340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3977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48188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4.8 – Market Analytics Interface (R²: 0.93 | RMSE: ₦114,091 | MAE: ₦71,949)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01168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49808"/>
            <a:ext cx="20116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13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78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92.8%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3160" y="749808"/>
            <a:ext cx="201168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749808"/>
            <a:ext cx="2011680" cy="45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813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078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₦71,949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17720" y="749808"/>
            <a:ext cx="201168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749808"/>
            <a:ext cx="20116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813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078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₦114,091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12280" y="749808"/>
            <a:ext cx="201168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749808"/>
            <a:ext cx="20116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813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Avg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1078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92.49%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28600" y="1737360"/>
            <a:ext cx="868680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783080"/>
            <a:ext cx="8595360" cy="12801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28600" y="318211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4.13 – Model Evaluation Output (MAE, MSE, RMSE, R² Score)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3502152"/>
            <a:ext cx="8686800" cy="86868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547872"/>
            <a:ext cx="8595360" cy="7498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28600" y="43891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4.6 – K-Fold Cross-Validation Scores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" y="47274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Functional: 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508760" y="47274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2560320" y="47274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Validation: 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703320" y="47274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754880" y="47274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5897880" y="47274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949440" y="47274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8092440" y="47274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rent prediction model for Ibadan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12140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75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ML with interactive Streamlit UI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77977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34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agent data with secondary datasets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438144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392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K-Fold validation for reliability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09651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050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visual property exploration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advanced models (Random Forest, XGBoost)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121408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2075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coverage to more cities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779776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734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GIS for map-based visualization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3438144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3392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socio-economic variables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4096512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4050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real-time housing platforms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26280" y="960120"/>
            <a:ext cx="91440" cy="40233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Rotimi Israel Taye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 No: E047849  |  B.Sc Computer Science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O. A. Abiola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University of Ibadan, 2024–2025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https://house-rent-prediction-uljdjqbdnwkaefjfdccnqc.streamlit.app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2837</TotalTime>
  <Words>680</Words>
  <Application>Microsoft Office PowerPoint</Application>
  <PresentationFormat>On-screen Show (16:9)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Rent Prediction System - Defense Presentation</dc:title>
  <dc:subject>PptxGenJS Presentation</dc:subject>
  <dc:creator>PptxGenJS</dc:creator>
  <cp:lastModifiedBy>USER</cp:lastModifiedBy>
  <cp:revision>6</cp:revision>
  <dcterms:created xsi:type="dcterms:W3CDTF">2026-05-24T22:18:30Z</dcterms:created>
  <dcterms:modified xsi:type="dcterms:W3CDTF">2026-06-01T15:23:35Z</dcterms:modified>
</cp:coreProperties>
</file>